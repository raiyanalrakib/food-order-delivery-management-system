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E8592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E8592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D42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 •  OBJECT ORIENTED PROGRAMMING SESSIONAL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Food Order &amp; Delivery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31750">
            <a:solidFill>
              <a:srgbClr val="E859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4343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Raiyan Al Rakib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4800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0182410012101118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5257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Oriented Programming: Sessional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715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5715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CSE-3112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CRUD-Focused Console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centered on Create, Read, Update, and Delete (CRUD) operations, implemented in Java and backed by a MySQL database through JDBC connectivity. It models a simplified online food ordering workflow — managing customers, food items, and orders from a single console-based interface.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754880"/>
            <a:ext cx="594360" cy="594360"/>
          </a:xfrm>
          <a:prstGeom prst="ellipse">
            <a:avLst/>
          </a:prstGeom>
          <a:solidFill>
            <a:srgbClr val="E859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754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4736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440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customers, food items, and orders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4754880"/>
            <a:ext cx="594360" cy="594360"/>
          </a:xfrm>
          <a:prstGeom prst="ellipse">
            <a:avLst/>
          </a:prstGeom>
          <a:solidFill>
            <a:srgbClr val="2E7D4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4754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06240" y="4736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5440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customers, food items, and order records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4754880"/>
            <a:ext cx="594360" cy="594360"/>
          </a:xfrm>
          <a:prstGeom prst="ellipse">
            <a:avLst/>
          </a:prstGeom>
          <a:solidFill>
            <a:srgbClr val="E8592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4754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4736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5440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status of an existing order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4754880"/>
            <a:ext cx="594360" cy="594360"/>
          </a:xfrm>
          <a:prstGeom prst="ellipse">
            <a:avLst/>
          </a:prstGeom>
          <a:solidFill>
            <a:srgbClr val="2E7D42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4754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509760" y="4736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0" y="5440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customers, food items, or orders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196596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4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3544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354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3544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I/O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FUNCTIONALITY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E859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44752" y="1920240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578608"/>
            <a:ext cx="457200" cy="457200"/>
          </a:xfrm>
          <a:prstGeom prst="ellipse">
            <a:avLst/>
          </a:prstGeom>
          <a:solidFill>
            <a:srgbClr val="2E7D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44752" y="2578608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Customers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36976"/>
            <a:ext cx="457200" cy="457200"/>
          </a:xfrm>
          <a:prstGeom prst="ellipse">
            <a:avLst/>
          </a:prstGeom>
          <a:solidFill>
            <a:srgbClr val="E859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236976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Food Item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895344"/>
            <a:ext cx="457200" cy="457200"/>
          </a:xfrm>
          <a:prstGeom prst="ellipse">
            <a:avLst/>
          </a:prstGeom>
          <a:solidFill>
            <a:srgbClr val="2E7D4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44752" y="3895344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Food Items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553712"/>
            <a:ext cx="457200" cy="457200"/>
          </a:xfrm>
          <a:prstGeom prst="ellipse">
            <a:avLst/>
          </a:prstGeom>
          <a:solidFill>
            <a:srgbClr val="E859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44752" y="4553712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457200" cy="457200"/>
          </a:xfrm>
          <a:prstGeom prst="ellipse">
            <a:avLst/>
          </a:prstGeom>
          <a:solidFill>
            <a:srgbClr val="2E7D4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44752" y="5212080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37960" y="1920240"/>
            <a:ext cx="457200" cy="457200"/>
          </a:xfrm>
          <a:prstGeom prst="ellipse">
            <a:avLst/>
          </a:prstGeom>
          <a:solidFill>
            <a:srgbClr val="E8592E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59752" y="1920240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37960" y="2578608"/>
            <a:ext cx="457200" cy="457200"/>
          </a:xfrm>
          <a:prstGeom prst="ellipse">
            <a:avLst/>
          </a:prstGeom>
          <a:solidFill>
            <a:srgbClr val="2E7D42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59752" y="2578608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Customer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37960" y="3236976"/>
            <a:ext cx="457200" cy="457200"/>
          </a:xfrm>
          <a:prstGeom prst="ellipse">
            <a:avLst/>
          </a:prstGeom>
          <a:solidFill>
            <a:srgbClr val="E8592E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59752" y="3236976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Food Item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37960" y="3895344"/>
            <a:ext cx="457200" cy="457200"/>
          </a:xfrm>
          <a:prstGeom prst="ellipse">
            <a:avLst/>
          </a:prstGeom>
          <a:solidFill>
            <a:srgbClr val="2E7D42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59752" y="3895344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Order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37960" y="4553712"/>
            <a:ext cx="457200" cy="457200"/>
          </a:xfrm>
          <a:prstGeom prst="ellipse">
            <a:avLst/>
          </a:prstGeom>
          <a:solidFill>
            <a:srgbClr val="E8592E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59752" y="4553712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SQL Table Creation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5577840"/>
          </a:xfrm>
          <a:prstGeom prst="roundRect">
            <a:avLst>
              <a:gd name="adj" fmla="val 1148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0432"/>
            <a:ext cx="10853928" cy="52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Customers 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 INT AUTO_INCREMENT PRIMARY KEY,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VARCHAR(100) NOT NULL,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phone VARCHAR(15),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 VARCHAR(255)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Food_Items 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food_id INT AUTO_INCREMENT PRIMARY KEY,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VARCHAR(100) NOT NULL,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DECIMAL(8,2) NOT NULL,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 VARCHAR(50)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order_id INT AUTO_INCREMENT PRIMARY KEY,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 INT NOT NULL,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order_date DATETIME DEFAULT CURRENT_TIMESTAMP,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total_amount DECIMAL(10,2),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VARCHAR(20) DEFAULT 'Pending'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8  •  LINES 1–23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Main.java — Source Code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5577840"/>
          </a:xfrm>
          <a:prstGeom prst="roundRect">
            <a:avLst>
              <a:gd name="adj" fmla="val 1148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0432"/>
            <a:ext cx="10853928" cy="52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java.sql.*;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java.lang.*;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java.util.Scanner;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url = "jdbc:mysql://localhost:3306/food_order_and_delivery_management_system";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user = "root";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db_pass = "";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Scanner sc = new Scanner(System.in);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Class.forName("com.mysql.cj.jdbc.Driver");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Connection con = DriverManager.getConnection(url, user, db_pass);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while (true)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System.out.println("\n1. Add Customer");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System.out.println("2. View Customers");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System.out.println("3. Add Food Item");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System.out.println("4. View Food Items");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System.out.println("5. Place Order");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System.out.println("6. View Orders");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System.out.println("7. Update Order Status");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System.out.println("8. Delete Customer");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System.out.println("9. Delete Food Item");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0" y="6656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1/8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8  •  LINES 24–46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Main.java — Source Code (continued)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5577840"/>
          </a:xfrm>
          <a:prstGeom prst="roundRect">
            <a:avLst>
              <a:gd name="adj" fmla="val 1148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0432"/>
            <a:ext cx="10853928" cy="52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System.out.println("10. Delete Order");
        System.out.println("11. Exit");
        System.out.print("Enter choice: ");
        int choice = sc.nextInt();
        sc.nextLine();
        switch (choice) {
          case 1:
            System.out.print("Enter Name: ");
            String name = sc.nextLine();
            System.out.print("Enter Phone: ");
            String phone = sc.nextLine();
            System.out.print("Enter Address: ");
            String address = sc.nextLine();
            String sql = "INSERT INTO Customers(name, phone, address) VALUES (?, ?, ?)";
            PreparedStatement ps = con.prepareStatement(sql);
            ps.setString(1, name);
            ps.setString(2, phone);
            ps.setString(3, address);
            ps.executeUpdate();
            System.out.println("Customer added!");
            break;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0" y="6656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2/8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8  •  LINES 47–69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Main.java — Source Code (continued)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5577840"/>
          </a:xfrm>
          <a:prstGeom prst="roundRect">
            <a:avLst>
              <a:gd name="adj" fmla="val 1148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0432"/>
            <a:ext cx="10853928" cy="52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2: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showCustSql = "SELECT * FROM Customers";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PreparedStatement ps2 = con.prepareStatement(showCustSql);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ResultSet rs = ps2.executeQuery();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System.out.println("\n--- Customer List ---");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(rs.next())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System.out.println(rs.getInt("customer_id") + " | " + rs.getString("name") + " | 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+ rs.getString("phone") + " | " + rs.getString("address"));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3: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Food Name: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foodName =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Price: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double price = sc.nextDouble();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Category: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category =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foodSql = "INSERT INTO Food_Items(name, price, category) VALUES (?, ?, ?)";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PreparedStatement ps3 = con.prepareStatement(foodSql);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ps3.setString(1, foodName);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0" y="6656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3/8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OF 8  •  LINES 70–92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Main.java — Source Code (continued)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5577840"/>
          </a:xfrm>
          <a:prstGeom prst="roundRect">
            <a:avLst>
              <a:gd name="adj" fmla="val 1148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0432"/>
            <a:ext cx="10853928" cy="52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ps3.setDouble(2, price);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ps3.setString(3, category);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ps3.executeUpdate();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System.out.println("Food item added!");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4: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showFoodSql = "SELECT * FROM Food_Items";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PreparedStatement ps4 = con.prepareStatement(showFoodSql);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ResultSet rs2 = ps4.executeQuery();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System.out.println("\n--- Food Item List ---");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(rs2.next())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System.out.println(rs2.getInt("food_id") + " | " + rs2.getString("name") + " | 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+ rs2.getDouble("price") + " | " + rs2.getString("category"));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5: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Customer ID: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custId = sc.nextInt();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Total Amount: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double totalAmount = sc.nextDouble();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0" y="6656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4/8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OF 8  •  LINES 93–115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Main.java — Source Code (continued)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5577840"/>
          </a:xfrm>
          <a:prstGeom prst="roundRect">
            <a:avLst>
              <a:gd name="adj" fmla="val 1148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0432"/>
            <a:ext cx="10853928" cy="52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orderSql = "INSERT INTO Orders(customer_id, total_amount) VALUES (?, ?)";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PreparedStatement ps5 = con.prepareStatement(orderSql);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ps5.setInt(1, custId);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ps5.setDouble(2, totalAmount);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ps5.executeUpdate();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System.out.println("Order placed!");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6: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showOrderSql = "SELECT * FROM Orders";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PreparedStatement ps6 = con.prepareStatement(showOrderSql);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ResultSet rs3 = ps6.executeQuery();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System.out.println("\n--- Order List ---");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(rs3.next())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System.out.println(rs3.getInt("order_id") + " | " + rs3.getInt("customer_id") + " | 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+ rs3.getTimestamp("order_date") + " | " + rs3.getDouble("total_amount") + " | 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+ rs3.getString("status"));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7: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0" y="6656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5/8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OF 8  •  LINES 116–138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Main.java — Source Code (continued)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5577840"/>
          </a:xfrm>
          <a:prstGeom prst="roundRect">
            <a:avLst>
              <a:gd name="adj" fmla="val 1148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0432"/>
            <a:ext cx="10853928" cy="52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Order ID: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orderId = sc.nextInt();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New Status: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status =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updateSql = "UPDATE Orders SET status = ? WHERE order_id = ?";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PreparedStatement ps7 = con.prepareStatement(updateSql);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ps7.setString(1, status);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ps7.setInt(2, orderId);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ps7.executeUpdate();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System.out.println("Order status updated!");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8: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Customer ID to delete: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delCustId = sc.nextInt();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delCustSql = "DELETE FROM Customers WHERE customer_id = ?";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PreparedStatement ps8 = con.prepareStatement(delCustSql);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ps8.setInt(1, delCustId);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ps8.executeUpdate();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0" y="6656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6/8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OF 8  •  LINES 139–161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Main.java — Source Code (continued)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5577840"/>
          </a:xfrm>
          <a:prstGeom prst="roundRect">
            <a:avLst>
              <a:gd name="adj" fmla="val 1148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0432"/>
            <a:ext cx="10853928" cy="52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System.out.println("Customer deleted!");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9: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Food ID to delete: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delFoodId = sc.nextInt();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delFoodSql = "DELETE FROM Food_Items WHERE food_id = ?";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PreparedStatement ps9 = con.prepareStatement(delFoodSql);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ps9.setInt(1, delFoodId);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ps9.executeUpdate();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System.out.println("Food item deleted!");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10: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System.out.print("Enter Order ID to delete: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delOrderId = sc.nextInt();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sc.nextLine();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delOrderSql = "DELETE FROM Orders WHERE order_id = ?";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PreparedStatement ps10 = con.prepareStatement(delOrderSql);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ps10.setInt(1, delOrderId);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0" y="6656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7/8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OF 8  •  LINES 162–180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Main.java — Source Code (continued)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1365992" cy="5577840"/>
          </a:xfrm>
          <a:prstGeom prst="roundRect">
            <a:avLst>
              <a:gd name="adj" fmla="val 1148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170432"/>
            <a:ext cx="10853928" cy="528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ps10.executeUpdate();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System.out.println("Order deleted!");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case 11: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System.out.println("Program exited.");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con.close();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sc.close();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System.exit(0);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default: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System.out.println("Invalid choice, try again.");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(Exception e)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e.printStackTrace();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8320" y="6656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8/8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2369" y="1508760"/>
            <a:ext cx="354421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2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214" y="1508760"/>
            <a:ext cx="876452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3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7377" y="1508760"/>
            <a:ext cx="443419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4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128" y="1508760"/>
            <a:ext cx="345069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5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627" y="1508760"/>
            <a:ext cx="8705697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6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426" y="1508760"/>
            <a:ext cx="40141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7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040" y="1508760"/>
            <a:ext cx="359487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8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287" y="1508760"/>
            <a:ext cx="879037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9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4505" y="1508760"/>
            <a:ext cx="595994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10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895" y="1508760"/>
            <a:ext cx="367916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11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287" y="1508760"/>
            <a:ext cx="879037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12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9812" y="1508760"/>
            <a:ext cx="472932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13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790" y="1508760"/>
            <a:ext cx="875137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14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5449" y="1508760"/>
            <a:ext cx="4578053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15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214" y="1508760"/>
            <a:ext cx="876452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16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126" y="1508760"/>
            <a:ext cx="39787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17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961" y="1508760"/>
            <a:ext cx="879903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18 of 18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0"/>
          </a:xfrm>
          <a:prstGeom prst="roundRect">
            <a:avLst>
              <a:gd name="adj" fmla="val 1034"/>
            </a:avLst>
          </a:prstGeom>
          <a:solidFill>
            <a:srgbClr val="F4F4F6"/>
          </a:solidFill>
          <a:ln w="12700">
            <a:solidFill>
              <a:srgbClr val="E3E1DE"/>
            </a:solidFill>
            <a:prstDash val="solid"/>
          </a:ln>
        </p:spPr>
      </p:sp>
      <p:pic>
        <p:nvPicPr>
          <p:cNvPr id="5" name="Image 0" descr="/home/claude/work/images/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4974" y="1508760"/>
            <a:ext cx="4379003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2026-07-25T16:20:28Z</dcterms:created>
  <dcterms:modified xsi:type="dcterms:W3CDTF">2026-07-25T16:20:28Z</dcterms:modified>
</cp:coreProperties>
</file>